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499" r:id="rId4"/>
    <p:sldId id="500" r:id="rId5"/>
    <p:sldId id="501" r:id="rId6"/>
    <p:sldId id="502" r:id="rId7"/>
    <p:sldId id="504" r:id="rId8"/>
    <p:sldId id="503" r:id="rId9"/>
    <p:sldId id="505" r:id="rId10"/>
    <p:sldId id="506" r:id="rId11"/>
    <p:sldId id="507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A2AE98-5E61-4782-8CC5-9CF71E04C717}" v="49" dt="2026-02-08T15:38:58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37" autoAdjust="0"/>
    <p:restoredTop sz="94660"/>
  </p:normalViewPr>
  <p:slideViewPr>
    <p:cSldViewPr>
      <p:cViewPr varScale="1">
        <p:scale>
          <a:sx n="97" d="100"/>
          <a:sy n="97" d="100"/>
        </p:scale>
        <p:origin x="547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UN SHARMA" userId="e5afbcfae703130e" providerId="LiveId" clId="{E7D66A22-47B8-466F-B54C-515BA77C29A9}"/>
    <pc:docChg chg="undo redo custSel addSld delSld modSld sldOrd">
      <pc:chgData name="TARUN SHARMA" userId="e5afbcfae703130e" providerId="LiveId" clId="{E7D66A22-47B8-466F-B54C-515BA77C29A9}" dt="2026-02-08T15:43:35.746" v="2410" actId="20577"/>
      <pc:docMkLst>
        <pc:docMk/>
      </pc:docMkLst>
      <pc:sldChg chg="modSp mod">
        <pc:chgData name="TARUN SHARMA" userId="e5afbcfae703130e" providerId="LiveId" clId="{E7D66A22-47B8-466F-B54C-515BA77C29A9}" dt="2026-02-04T06:36:14.503" v="1635" actId="20577"/>
        <pc:sldMkLst>
          <pc:docMk/>
          <pc:sldMk cId="4142536426" sldId="497"/>
        </pc:sldMkLst>
        <pc:graphicFrameChg chg="mod modGraphic">
          <ac:chgData name="TARUN SHARMA" userId="e5afbcfae703130e" providerId="LiveId" clId="{E7D66A22-47B8-466F-B54C-515BA77C29A9}" dt="2026-02-04T06:36:14.503" v="1635" actId="20577"/>
          <ac:graphicFrameMkLst>
            <pc:docMk/>
            <pc:sldMk cId="4142536426" sldId="497"/>
            <ac:graphicFrameMk id="2" creationId="{232DFD41-0025-28B4-FE3B-A54FAEE28F42}"/>
          </ac:graphicFrameMkLst>
        </pc:graphicFrameChg>
      </pc:sldChg>
      <pc:sldChg chg="modSp mod">
        <pc:chgData name="TARUN SHARMA" userId="e5afbcfae703130e" providerId="LiveId" clId="{E7D66A22-47B8-466F-B54C-515BA77C29A9}" dt="2026-02-07T12:07:24.071" v="1655" actId="2711"/>
        <pc:sldMkLst>
          <pc:docMk/>
          <pc:sldMk cId="3353784259" sldId="499"/>
        </pc:sldMkLst>
        <pc:spChg chg="mod">
          <ac:chgData name="TARUN SHARMA" userId="e5afbcfae703130e" providerId="LiveId" clId="{E7D66A22-47B8-466F-B54C-515BA77C29A9}" dt="2026-02-07T12:07:24.071" v="1655" actId="2711"/>
          <ac:spMkLst>
            <pc:docMk/>
            <pc:sldMk cId="3353784259" sldId="499"/>
            <ac:spMk id="6" creationId="{AE24D516-77C6-C96A-5F77-D099623448D8}"/>
          </ac:spMkLst>
        </pc:spChg>
      </pc:sldChg>
      <pc:sldChg chg="modSp mod">
        <pc:chgData name="TARUN SHARMA" userId="e5afbcfae703130e" providerId="LiveId" clId="{E7D66A22-47B8-466F-B54C-515BA77C29A9}" dt="2026-02-08T15:43:35.746" v="2410" actId="20577"/>
        <pc:sldMkLst>
          <pc:docMk/>
          <pc:sldMk cId="1047329288" sldId="500"/>
        </pc:sldMkLst>
        <pc:spChg chg="mod">
          <ac:chgData name="TARUN SHARMA" userId="e5afbcfae703130e" providerId="LiveId" clId="{E7D66A22-47B8-466F-B54C-515BA77C29A9}" dt="2026-02-08T15:43:35.746" v="2410" actId="20577"/>
          <ac:spMkLst>
            <pc:docMk/>
            <pc:sldMk cId="1047329288" sldId="500"/>
            <ac:spMk id="6" creationId="{AE24D516-77C6-C96A-5F77-D099623448D8}"/>
          </ac:spMkLst>
        </pc:spChg>
        <pc:picChg chg="mod">
          <ac:chgData name="TARUN SHARMA" userId="e5afbcfae703130e" providerId="LiveId" clId="{E7D66A22-47B8-466F-B54C-515BA77C29A9}" dt="2026-02-04T09:15:38.633" v="1638" actId="1036"/>
          <ac:picMkLst>
            <pc:docMk/>
            <pc:sldMk cId="1047329288" sldId="500"/>
            <ac:picMk id="4" creationId="{00000000-0000-0000-0000-000000000000}"/>
          </ac:picMkLst>
        </pc:picChg>
      </pc:sldChg>
      <pc:sldChg chg="addSp delSp modSp mod">
        <pc:chgData name="TARUN SHARMA" userId="e5afbcfae703130e" providerId="LiveId" clId="{E7D66A22-47B8-466F-B54C-515BA77C29A9}" dt="2026-02-04T09:15:59.920" v="1640" actId="12"/>
        <pc:sldMkLst>
          <pc:docMk/>
          <pc:sldMk cId="957423197" sldId="501"/>
        </pc:sldMkLst>
        <pc:spChg chg="add mod">
          <ac:chgData name="TARUN SHARMA" userId="e5afbcfae703130e" providerId="LiveId" clId="{E7D66A22-47B8-466F-B54C-515BA77C29A9}" dt="2026-02-04T09:15:59.920" v="1640" actId="12"/>
          <ac:spMkLst>
            <pc:docMk/>
            <pc:sldMk cId="957423197" sldId="501"/>
            <ac:spMk id="3" creationId="{AE2CBE36-9205-6B37-51BE-4190A818ABE3}"/>
          </ac:spMkLst>
        </pc:spChg>
        <pc:picChg chg="mod">
          <ac:chgData name="TARUN SHARMA" userId="e5afbcfae703130e" providerId="LiveId" clId="{E7D66A22-47B8-466F-B54C-515BA77C29A9}" dt="2026-02-04T05:40:51.680" v="244" actId="1076"/>
          <ac:picMkLst>
            <pc:docMk/>
            <pc:sldMk cId="957423197" sldId="501"/>
            <ac:picMk id="4" creationId="{00000000-0000-0000-0000-000000000000}"/>
          </ac:picMkLst>
        </pc:picChg>
      </pc:sldChg>
      <pc:sldChg chg="modSp mod">
        <pc:chgData name="TARUN SHARMA" userId="e5afbcfae703130e" providerId="LiveId" clId="{E7D66A22-47B8-466F-B54C-515BA77C29A9}" dt="2026-02-07T13:32:50.784" v="2151" actId="20577"/>
        <pc:sldMkLst>
          <pc:docMk/>
          <pc:sldMk cId="3295812248" sldId="502"/>
        </pc:sldMkLst>
        <pc:spChg chg="mod">
          <ac:chgData name="TARUN SHARMA" userId="e5afbcfae703130e" providerId="LiveId" clId="{E7D66A22-47B8-466F-B54C-515BA77C29A9}" dt="2026-02-07T13:32:50.784" v="2151" actId="20577"/>
          <ac:spMkLst>
            <pc:docMk/>
            <pc:sldMk cId="3295812248" sldId="502"/>
            <ac:spMk id="6" creationId="{AE24D516-77C6-C96A-5F77-D099623448D8}"/>
          </ac:spMkLst>
        </pc:spChg>
        <pc:picChg chg="mod">
          <ac:chgData name="TARUN SHARMA" userId="e5afbcfae703130e" providerId="LiveId" clId="{E7D66A22-47B8-466F-B54C-515BA77C29A9}" dt="2026-02-04T05:42:05.842" v="261" actId="1076"/>
          <ac:picMkLst>
            <pc:docMk/>
            <pc:sldMk cId="3295812248" sldId="502"/>
            <ac:picMk id="4" creationId="{00000000-0000-0000-0000-000000000000}"/>
          </ac:picMkLst>
        </pc:picChg>
      </pc:sldChg>
      <pc:sldChg chg="addSp delSp modSp mod">
        <pc:chgData name="TARUN SHARMA" userId="e5afbcfae703130e" providerId="LiveId" clId="{E7D66A22-47B8-466F-B54C-515BA77C29A9}" dt="2026-02-07T13:29:34.125" v="2119" actId="20577"/>
        <pc:sldMkLst>
          <pc:docMk/>
          <pc:sldMk cId="2093371696" sldId="503"/>
        </pc:sldMkLst>
        <pc:spChg chg="add mod">
          <ac:chgData name="TARUN SHARMA" userId="e5afbcfae703130e" providerId="LiveId" clId="{E7D66A22-47B8-466F-B54C-515BA77C29A9}" dt="2026-02-07T13:29:34.125" v="2119" actId="20577"/>
          <ac:spMkLst>
            <pc:docMk/>
            <pc:sldMk cId="2093371696" sldId="503"/>
            <ac:spMk id="3" creationId="{83EDB37D-E52C-1160-B6B9-9603F6D25191}"/>
          </ac:spMkLst>
        </pc:spChg>
        <pc:spChg chg="mod">
          <ac:chgData name="TARUN SHARMA" userId="e5afbcfae703130e" providerId="LiveId" clId="{E7D66A22-47B8-466F-B54C-515BA77C29A9}" dt="2026-02-04T06:07:22.783" v="700" actId="20577"/>
          <ac:spMkLst>
            <pc:docMk/>
            <pc:sldMk cId="2093371696" sldId="503"/>
            <ac:spMk id="5" creationId="{00000000-0000-0000-0000-000000000000}"/>
          </ac:spMkLst>
        </pc:spChg>
        <pc:picChg chg="mod">
          <ac:chgData name="TARUN SHARMA" userId="e5afbcfae703130e" providerId="LiveId" clId="{E7D66A22-47B8-466F-B54C-515BA77C29A9}" dt="2026-02-04T06:08:26.279" v="706" actId="34136"/>
          <ac:picMkLst>
            <pc:docMk/>
            <pc:sldMk cId="2093371696" sldId="503"/>
            <ac:picMk id="4" creationId="{00000000-0000-0000-0000-000000000000}"/>
          </ac:picMkLst>
        </pc:picChg>
      </pc:sldChg>
      <pc:sldChg chg="addSp modSp mod ord">
        <pc:chgData name="TARUN SHARMA" userId="e5afbcfae703130e" providerId="LiveId" clId="{E7D66A22-47B8-466F-B54C-515BA77C29A9}" dt="2026-02-08T15:40:24.022" v="2374" actId="1076"/>
        <pc:sldMkLst>
          <pc:docMk/>
          <pc:sldMk cId="3449068858" sldId="504"/>
        </pc:sldMkLst>
        <pc:spChg chg="mod">
          <ac:chgData name="TARUN SHARMA" userId="e5afbcfae703130e" providerId="LiveId" clId="{E7D66A22-47B8-466F-B54C-515BA77C29A9}" dt="2026-02-07T12:20:26.125" v="1800" actId="1076"/>
          <ac:spMkLst>
            <pc:docMk/>
            <pc:sldMk cId="3449068858" sldId="504"/>
            <ac:spMk id="3" creationId="{C67A919E-7DB1-E6B8-D950-8901A88C816D}"/>
          </ac:spMkLst>
        </pc:spChg>
        <pc:spChg chg="mod">
          <ac:chgData name="TARUN SHARMA" userId="e5afbcfae703130e" providerId="LiveId" clId="{E7D66A22-47B8-466F-B54C-515BA77C29A9}" dt="2026-02-04T05:53:25.212" v="599" actId="207"/>
          <ac:spMkLst>
            <pc:docMk/>
            <pc:sldMk cId="3449068858" sldId="504"/>
            <ac:spMk id="5" creationId="{00000000-0000-0000-0000-000000000000}"/>
          </ac:spMkLst>
        </pc:spChg>
        <pc:spChg chg="add mod">
          <ac:chgData name="TARUN SHARMA" userId="e5afbcfae703130e" providerId="LiveId" clId="{E7D66A22-47B8-466F-B54C-515BA77C29A9}" dt="2026-02-07T12:33:19.344" v="2059" actId="20577"/>
          <ac:spMkLst>
            <pc:docMk/>
            <pc:sldMk cId="3449068858" sldId="504"/>
            <ac:spMk id="51" creationId="{EFA35691-7CA7-3295-A46E-1D2E4D820A8C}"/>
          </ac:spMkLst>
        </pc:spChg>
        <pc:spChg chg="add mod">
          <ac:chgData name="TARUN SHARMA" userId="e5afbcfae703130e" providerId="LiveId" clId="{E7D66A22-47B8-466F-B54C-515BA77C29A9}" dt="2026-02-07T12:27:30.443" v="1871" actId="208"/>
          <ac:spMkLst>
            <pc:docMk/>
            <pc:sldMk cId="3449068858" sldId="504"/>
            <ac:spMk id="52" creationId="{1FD343ED-13CD-7BEE-B4E3-BDF69BC8A872}"/>
          </ac:spMkLst>
        </pc:spChg>
        <pc:spChg chg="add mod">
          <ac:chgData name="TARUN SHARMA" userId="e5afbcfae703130e" providerId="LiveId" clId="{E7D66A22-47B8-466F-B54C-515BA77C29A9}" dt="2026-02-07T12:30:31.774" v="2055" actId="1076"/>
          <ac:spMkLst>
            <pc:docMk/>
            <pc:sldMk cId="3449068858" sldId="504"/>
            <ac:spMk id="53" creationId="{CD6BE4BB-C647-1A83-B603-FC825670B472}"/>
          </ac:spMkLst>
        </pc:spChg>
        <pc:spChg chg="add mod">
          <ac:chgData name="TARUN SHARMA" userId="e5afbcfae703130e" providerId="LiveId" clId="{E7D66A22-47B8-466F-B54C-515BA77C29A9}" dt="2026-02-07T13:47:23.451" v="2186" actId="1076"/>
          <ac:spMkLst>
            <pc:docMk/>
            <pc:sldMk cId="3449068858" sldId="504"/>
            <ac:spMk id="62" creationId="{7BAD94D8-E2AA-84F1-8154-26A22E135BD1}"/>
          </ac:spMkLst>
        </pc:spChg>
        <pc:spChg chg="add mod">
          <ac:chgData name="TARUN SHARMA" userId="e5afbcfae703130e" providerId="LiveId" clId="{E7D66A22-47B8-466F-B54C-515BA77C29A9}" dt="2026-02-07T13:54:43.164" v="2241" actId="1076"/>
          <ac:spMkLst>
            <pc:docMk/>
            <pc:sldMk cId="3449068858" sldId="504"/>
            <ac:spMk id="68" creationId="{43B762CA-60B9-D843-87D5-3722A3785A54}"/>
          </ac:spMkLst>
        </pc:spChg>
        <pc:spChg chg="add mod">
          <ac:chgData name="TARUN SHARMA" userId="e5afbcfae703130e" providerId="LiveId" clId="{E7D66A22-47B8-466F-B54C-515BA77C29A9}" dt="2026-02-08T15:40:24.022" v="2374" actId="1076"/>
          <ac:spMkLst>
            <pc:docMk/>
            <pc:sldMk cId="3449068858" sldId="504"/>
            <ac:spMk id="84" creationId="{873851E8-3268-BC67-0C96-5752924427AD}"/>
          </ac:spMkLst>
        </pc:spChg>
        <pc:spChg chg="add mod">
          <ac:chgData name="TARUN SHARMA" userId="e5afbcfae703130e" providerId="LiveId" clId="{E7D66A22-47B8-466F-B54C-515BA77C29A9}" dt="2026-02-08T15:39:13.008" v="2344" actId="14100"/>
          <ac:spMkLst>
            <pc:docMk/>
            <pc:sldMk cId="3449068858" sldId="504"/>
            <ac:spMk id="85" creationId="{C1A0E568-A61B-21E3-FFDC-A260CB62C146}"/>
          </ac:spMkLst>
        </pc:spChg>
        <pc:picChg chg="mod">
          <ac:chgData name="TARUN SHARMA" userId="e5afbcfae703130e" providerId="LiveId" clId="{E7D66A22-47B8-466F-B54C-515BA77C29A9}" dt="2026-02-07T12:21:25.817" v="1807" actId="34135"/>
          <ac:picMkLst>
            <pc:docMk/>
            <pc:sldMk cId="3449068858" sldId="504"/>
            <ac:picMk id="4" creationId="{00000000-0000-0000-0000-000000000000}"/>
          </ac:picMkLst>
        </pc:picChg>
        <pc:picChg chg="mod">
          <ac:chgData name="TARUN SHARMA" userId="e5afbcfae703130e" providerId="LiveId" clId="{E7D66A22-47B8-466F-B54C-515BA77C29A9}" dt="2026-02-07T12:20:45.587" v="1803" actId="1076"/>
          <ac:picMkLst>
            <pc:docMk/>
            <pc:sldMk cId="3449068858" sldId="504"/>
            <ac:picMk id="9" creationId="{00000000-0000-0000-0000-000000000000}"/>
          </ac:picMkLst>
        </pc:picChg>
        <pc:cxnChg chg="add mod">
          <ac:chgData name="TARUN SHARMA" userId="e5afbcfae703130e" providerId="LiveId" clId="{E7D66A22-47B8-466F-B54C-515BA77C29A9}" dt="2026-02-07T12:17:47.025" v="1784" actId="14100"/>
          <ac:cxnSpMkLst>
            <pc:docMk/>
            <pc:sldMk cId="3449068858" sldId="504"/>
            <ac:cxnSpMk id="8" creationId="{812148E8-C42D-284D-2890-71ADB742F899}"/>
          </ac:cxnSpMkLst>
        </pc:cxnChg>
        <pc:cxnChg chg="add mod">
          <ac:chgData name="TARUN SHARMA" userId="e5afbcfae703130e" providerId="LiveId" clId="{E7D66A22-47B8-466F-B54C-515BA77C29A9}" dt="2026-02-08T15:40:14.023" v="2372" actId="1076"/>
          <ac:cxnSpMkLst>
            <pc:docMk/>
            <pc:sldMk cId="3449068858" sldId="504"/>
            <ac:cxnSpMk id="10" creationId="{BD1E9127-DC82-90D0-1C8D-7F91D21A4E85}"/>
          </ac:cxnSpMkLst>
        </pc:cxnChg>
        <pc:cxnChg chg="add mod">
          <ac:chgData name="TARUN SHARMA" userId="e5afbcfae703130e" providerId="LiveId" clId="{E7D66A22-47B8-466F-B54C-515BA77C29A9}" dt="2026-02-07T12:18:08.177" v="1787" actId="14100"/>
          <ac:cxnSpMkLst>
            <pc:docMk/>
            <pc:sldMk cId="3449068858" sldId="504"/>
            <ac:cxnSpMk id="11" creationId="{6DD0B56A-04A9-FA6E-8161-2F1BD94E8044}"/>
          </ac:cxnSpMkLst>
        </pc:cxnChg>
        <pc:cxnChg chg="add mod">
          <ac:chgData name="TARUN SHARMA" userId="e5afbcfae703130e" providerId="LiveId" clId="{E7D66A22-47B8-466F-B54C-515BA77C29A9}" dt="2026-02-08T15:40:00.687" v="2370" actId="1076"/>
          <ac:cxnSpMkLst>
            <pc:docMk/>
            <pc:sldMk cId="3449068858" sldId="504"/>
            <ac:cxnSpMk id="12" creationId="{5B6473A7-DCD0-6231-AADC-AD774C609666}"/>
          </ac:cxnSpMkLst>
        </pc:cxnChg>
        <pc:cxnChg chg="add mod">
          <ac:chgData name="TARUN SHARMA" userId="e5afbcfae703130e" providerId="LiveId" clId="{E7D66A22-47B8-466F-B54C-515BA77C29A9}" dt="2026-02-08T15:40:03.473" v="2371" actId="1076"/>
          <ac:cxnSpMkLst>
            <pc:docMk/>
            <pc:sldMk cId="3449068858" sldId="504"/>
            <ac:cxnSpMk id="13" creationId="{264BAF9E-5902-8780-DD96-4A9125957D2D}"/>
          </ac:cxnSpMkLst>
        </pc:cxnChg>
        <pc:cxnChg chg="add mod">
          <ac:chgData name="TARUN SHARMA" userId="e5afbcfae703130e" providerId="LiveId" clId="{E7D66A22-47B8-466F-B54C-515BA77C29A9}" dt="2026-02-07T12:12:45.554" v="1704" actId="1076"/>
          <ac:cxnSpMkLst>
            <pc:docMk/>
            <pc:sldMk cId="3449068858" sldId="504"/>
            <ac:cxnSpMk id="14" creationId="{58E88261-FB88-9942-2843-1F03AA015321}"/>
          </ac:cxnSpMkLst>
        </pc:cxnChg>
        <pc:cxnChg chg="add mod">
          <ac:chgData name="TARUN SHARMA" userId="e5afbcfae703130e" providerId="LiveId" clId="{E7D66A22-47B8-466F-B54C-515BA77C29A9}" dt="2026-02-08T15:40:17.925" v="2373" actId="1076"/>
          <ac:cxnSpMkLst>
            <pc:docMk/>
            <pc:sldMk cId="3449068858" sldId="504"/>
            <ac:cxnSpMk id="15" creationId="{3B7BDCA5-B142-ED1A-8CBD-3EAAB06A69F5}"/>
          </ac:cxnSpMkLst>
        </pc:cxnChg>
        <pc:cxnChg chg="add mod">
          <ac:chgData name="TARUN SHARMA" userId="e5afbcfae703130e" providerId="LiveId" clId="{E7D66A22-47B8-466F-B54C-515BA77C29A9}" dt="2026-02-07T12:20:33.145" v="1801" actId="1076"/>
          <ac:cxnSpMkLst>
            <pc:docMk/>
            <pc:sldMk cId="3449068858" sldId="504"/>
            <ac:cxnSpMk id="16" creationId="{12AD3A87-E7FD-8242-0D1D-40426C82D2B6}"/>
          </ac:cxnSpMkLst>
        </pc:cxnChg>
        <pc:cxnChg chg="add mod">
          <ac:chgData name="TARUN SHARMA" userId="e5afbcfae703130e" providerId="LiveId" clId="{E7D66A22-47B8-466F-B54C-515BA77C29A9}" dt="2026-02-07T12:28:16.345" v="1874" actId="1076"/>
          <ac:cxnSpMkLst>
            <pc:docMk/>
            <pc:sldMk cId="3449068858" sldId="504"/>
            <ac:cxnSpMk id="18" creationId="{E2E9C1EB-CA21-746D-11A3-0E2BFD762AFD}"/>
          </ac:cxnSpMkLst>
        </pc:cxnChg>
        <pc:cxnChg chg="add mod">
          <ac:chgData name="TARUN SHARMA" userId="e5afbcfae703130e" providerId="LiveId" clId="{E7D66A22-47B8-466F-B54C-515BA77C29A9}" dt="2026-02-07T13:55:01.032" v="2243" actId="14100"/>
          <ac:cxnSpMkLst>
            <pc:docMk/>
            <pc:sldMk cId="3449068858" sldId="504"/>
            <ac:cxnSpMk id="21" creationId="{6EE25761-61FA-B4AA-B4DD-C1F6F201FB9B}"/>
          </ac:cxnSpMkLst>
        </pc:cxnChg>
        <pc:cxnChg chg="add mod">
          <ac:chgData name="TARUN SHARMA" userId="e5afbcfae703130e" providerId="LiveId" clId="{E7D66A22-47B8-466F-B54C-515BA77C29A9}" dt="2026-02-08T15:38:13.507" v="2338" actId="1076"/>
          <ac:cxnSpMkLst>
            <pc:docMk/>
            <pc:sldMk cId="3449068858" sldId="504"/>
            <ac:cxnSpMk id="23" creationId="{B86436F1-1462-C54B-132E-5233C62AB879}"/>
          </ac:cxnSpMkLst>
        </pc:cxnChg>
        <pc:cxnChg chg="add mod">
          <ac:chgData name="TARUN SHARMA" userId="e5afbcfae703130e" providerId="LiveId" clId="{E7D66A22-47B8-466F-B54C-515BA77C29A9}" dt="2026-02-07T13:47:43.701" v="2189" actId="1076"/>
          <ac:cxnSpMkLst>
            <pc:docMk/>
            <pc:sldMk cId="3449068858" sldId="504"/>
            <ac:cxnSpMk id="25" creationId="{8930A254-D777-F98D-ED11-6E5E2C1CBBFA}"/>
          </ac:cxnSpMkLst>
        </pc:cxnChg>
        <pc:cxnChg chg="add mod">
          <ac:chgData name="TARUN SHARMA" userId="e5afbcfae703130e" providerId="LiveId" clId="{E7D66A22-47B8-466F-B54C-515BA77C29A9}" dt="2026-02-07T12:20:09.857" v="1798" actId="13822"/>
          <ac:cxnSpMkLst>
            <pc:docMk/>
            <pc:sldMk cId="3449068858" sldId="504"/>
            <ac:cxnSpMk id="28" creationId="{8811831C-C4CD-20E3-FD77-9F1EF8736EBD}"/>
          </ac:cxnSpMkLst>
        </pc:cxnChg>
        <pc:cxnChg chg="add mod">
          <ac:chgData name="TARUN SHARMA" userId="e5afbcfae703130e" providerId="LiveId" clId="{E7D66A22-47B8-466F-B54C-515BA77C29A9}" dt="2026-02-07T12:19:55.025" v="1797" actId="14100"/>
          <ac:cxnSpMkLst>
            <pc:docMk/>
            <pc:sldMk cId="3449068858" sldId="504"/>
            <ac:cxnSpMk id="31" creationId="{72898E09-C455-8B2C-9B43-1250CB8A66D9}"/>
          </ac:cxnSpMkLst>
        </pc:cxnChg>
        <pc:cxnChg chg="add mod">
          <ac:chgData name="TARUN SHARMA" userId="e5afbcfae703130e" providerId="LiveId" clId="{E7D66A22-47B8-466F-B54C-515BA77C29A9}" dt="2026-02-07T12:25:10.113" v="1826" actId="13822"/>
          <ac:cxnSpMkLst>
            <pc:docMk/>
            <pc:sldMk cId="3449068858" sldId="504"/>
            <ac:cxnSpMk id="36" creationId="{0507D7C2-C993-E3D1-AFFA-AFB2D97299C0}"/>
          </ac:cxnSpMkLst>
        </pc:cxnChg>
        <pc:cxnChg chg="add mod">
          <ac:chgData name="TARUN SHARMA" userId="e5afbcfae703130e" providerId="LiveId" clId="{E7D66A22-47B8-466F-B54C-515BA77C29A9}" dt="2026-02-07T12:29:26.865" v="1877" actId="1076"/>
          <ac:cxnSpMkLst>
            <pc:docMk/>
            <pc:sldMk cId="3449068858" sldId="504"/>
            <ac:cxnSpMk id="39" creationId="{8BB2762A-9AA6-7883-3C12-EDDE584D8B1E}"/>
          </ac:cxnSpMkLst>
        </pc:cxnChg>
        <pc:cxnChg chg="add mod">
          <ac:chgData name="TARUN SHARMA" userId="e5afbcfae703130e" providerId="LiveId" clId="{E7D66A22-47B8-466F-B54C-515BA77C29A9}" dt="2026-02-07T13:58:44.080" v="2248" actId="1076"/>
          <ac:cxnSpMkLst>
            <pc:docMk/>
            <pc:sldMk cId="3449068858" sldId="504"/>
            <ac:cxnSpMk id="46" creationId="{4EE2444D-207B-2560-6DB5-2AC3A73A63E9}"/>
          </ac:cxnSpMkLst>
        </pc:cxnChg>
        <pc:cxnChg chg="add mod">
          <ac:chgData name="TARUN SHARMA" userId="e5afbcfae703130e" providerId="LiveId" clId="{E7D66A22-47B8-466F-B54C-515BA77C29A9}" dt="2026-02-07T13:55:28.242" v="2245" actId="1076"/>
          <ac:cxnSpMkLst>
            <pc:docMk/>
            <pc:sldMk cId="3449068858" sldId="504"/>
            <ac:cxnSpMk id="48" creationId="{AC11B468-DA26-CD8E-0384-53CA9A19134F}"/>
          </ac:cxnSpMkLst>
        </pc:cxnChg>
        <pc:cxnChg chg="add mod">
          <ac:chgData name="TARUN SHARMA" userId="e5afbcfae703130e" providerId="LiveId" clId="{E7D66A22-47B8-466F-B54C-515BA77C29A9}" dt="2026-02-07T13:47:54.546" v="2190" actId="1076"/>
          <ac:cxnSpMkLst>
            <pc:docMk/>
            <pc:sldMk cId="3449068858" sldId="504"/>
            <ac:cxnSpMk id="55" creationId="{6F5EB214-620D-75B0-E796-189B4AAFBE2E}"/>
          </ac:cxnSpMkLst>
        </pc:cxnChg>
        <pc:cxnChg chg="add mod">
          <ac:chgData name="TARUN SHARMA" userId="e5afbcfae703130e" providerId="LiveId" clId="{E7D66A22-47B8-466F-B54C-515BA77C29A9}" dt="2026-02-07T13:35:26.839" v="2166" actId="14100"/>
          <ac:cxnSpMkLst>
            <pc:docMk/>
            <pc:sldMk cId="3449068858" sldId="504"/>
            <ac:cxnSpMk id="56" creationId="{27B62897-9B1D-4222-B51A-DEB5E7FD36B3}"/>
          </ac:cxnSpMkLst>
        </pc:cxnChg>
        <pc:cxnChg chg="add mod">
          <ac:chgData name="TARUN SHARMA" userId="e5afbcfae703130e" providerId="LiveId" clId="{E7D66A22-47B8-466F-B54C-515BA77C29A9}" dt="2026-02-07T13:35:06.689" v="2163" actId="1076"/>
          <ac:cxnSpMkLst>
            <pc:docMk/>
            <pc:sldMk cId="3449068858" sldId="504"/>
            <ac:cxnSpMk id="57" creationId="{2361583E-D87C-34EE-DA12-3408C97AC1B8}"/>
          </ac:cxnSpMkLst>
        </pc:cxnChg>
        <pc:cxnChg chg="add mod">
          <ac:chgData name="TARUN SHARMA" userId="e5afbcfae703130e" providerId="LiveId" clId="{E7D66A22-47B8-466F-B54C-515BA77C29A9}" dt="2026-02-07T13:35:13.713" v="2164" actId="1076"/>
          <ac:cxnSpMkLst>
            <pc:docMk/>
            <pc:sldMk cId="3449068858" sldId="504"/>
            <ac:cxnSpMk id="58" creationId="{453983F9-55AC-9F08-21F6-3A0322DD3276}"/>
          </ac:cxnSpMkLst>
        </pc:cxnChg>
        <pc:cxnChg chg="add mod">
          <ac:chgData name="TARUN SHARMA" userId="e5afbcfae703130e" providerId="LiveId" clId="{E7D66A22-47B8-466F-B54C-515BA77C29A9}" dt="2026-02-07T13:52:53.087" v="2222" actId="14100"/>
          <ac:cxnSpMkLst>
            <pc:docMk/>
            <pc:sldMk cId="3449068858" sldId="504"/>
            <ac:cxnSpMk id="64" creationId="{E9CB7A70-11DE-7755-6494-728963210DD3}"/>
          </ac:cxnSpMkLst>
        </pc:cxnChg>
        <pc:cxnChg chg="add mod">
          <ac:chgData name="TARUN SHARMA" userId="e5afbcfae703130e" providerId="LiveId" clId="{E7D66A22-47B8-466F-B54C-515BA77C29A9}" dt="2026-02-07T13:53:10.700" v="2226" actId="1076"/>
          <ac:cxnSpMkLst>
            <pc:docMk/>
            <pc:sldMk cId="3449068858" sldId="504"/>
            <ac:cxnSpMk id="65" creationId="{2136B325-E3CA-0C26-4C67-653FE06BB9F4}"/>
          </ac:cxnSpMkLst>
        </pc:cxnChg>
        <pc:cxnChg chg="add mod">
          <ac:chgData name="TARUN SHARMA" userId="e5afbcfae703130e" providerId="LiveId" clId="{E7D66A22-47B8-466F-B54C-515BA77C29A9}" dt="2026-02-07T13:49:28.380" v="2196" actId="1076"/>
          <ac:cxnSpMkLst>
            <pc:docMk/>
            <pc:sldMk cId="3449068858" sldId="504"/>
            <ac:cxnSpMk id="66" creationId="{838A8604-B3A2-4B85-6A63-FED2AA6EA2A8}"/>
          </ac:cxnSpMkLst>
        </pc:cxnChg>
        <pc:cxnChg chg="add mod">
          <ac:chgData name="TARUN SHARMA" userId="e5afbcfae703130e" providerId="LiveId" clId="{E7D66A22-47B8-466F-B54C-515BA77C29A9}" dt="2026-02-07T13:54:26.907" v="2238" actId="14100"/>
          <ac:cxnSpMkLst>
            <pc:docMk/>
            <pc:sldMk cId="3449068858" sldId="504"/>
            <ac:cxnSpMk id="67" creationId="{75ABF87A-1513-7B3B-0C75-E648F33BC8BA}"/>
          </ac:cxnSpMkLst>
        </pc:cxnChg>
        <pc:cxnChg chg="add mod">
          <ac:chgData name="TARUN SHARMA" userId="e5afbcfae703130e" providerId="LiveId" clId="{E7D66A22-47B8-466F-B54C-515BA77C29A9}" dt="2026-02-07T13:59:08.473" v="2250" actId="14100"/>
          <ac:cxnSpMkLst>
            <pc:docMk/>
            <pc:sldMk cId="3449068858" sldId="504"/>
            <ac:cxnSpMk id="78" creationId="{F71BABA6-A47F-EC4B-853B-960F4BB8C945}"/>
          </ac:cxnSpMkLst>
        </pc:cxnChg>
        <pc:cxnChg chg="add mod">
          <ac:chgData name="TARUN SHARMA" userId="e5afbcfae703130e" providerId="LiveId" clId="{E7D66A22-47B8-466F-B54C-515BA77C29A9}" dt="2026-02-07T13:56:02.281" v="2247" actId="571"/>
          <ac:cxnSpMkLst>
            <pc:docMk/>
            <pc:sldMk cId="3449068858" sldId="504"/>
            <ac:cxnSpMk id="79" creationId="{3818E0F4-677B-25A0-3B83-13C74DD3FCA8}"/>
          </ac:cxnSpMkLst>
        </pc:cxnChg>
        <pc:cxnChg chg="add mod">
          <ac:chgData name="TARUN SHARMA" userId="e5afbcfae703130e" providerId="LiveId" clId="{E7D66A22-47B8-466F-B54C-515BA77C29A9}" dt="2026-02-07T13:58:52.677" v="2249" actId="571"/>
          <ac:cxnSpMkLst>
            <pc:docMk/>
            <pc:sldMk cId="3449068858" sldId="504"/>
            <ac:cxnSpMk id="80" creationId="{9EC50C36-02B9-F5E4-3238-1275A61F699B}"/>
          </ac:cxnSpMkLst>
        </pc:cxnChg>
        <pc:cxnChg chg="add mod">
          <ac:chgData name="TARUN SHARMA" userId="e5afbcfae703130e" providerId="LiveId" clId="{E7D66A22-47B8-466F-B54C-515BA77C29A9}" dt="2026-02-07T13:59:27.147" v="2253" actId="14100"/>
          <ac:cxnSpMkLst>
            <pc:docMk/>
            <pc:sldMk cId="3449068858" sldId="504"/>
            <ac:cxnSpMk id="82" creationId="{B13CA384-3141-3DAE-7978-EF42095E762A}"/>
          </ac:cxnSpMkLst>
        </pc:cxnChg>
      </pc:sldChg>
      <pc:sldChg chg="modSp mod">
        <pc:chgData name="TARUN SHARMA" userId="e5afbcfae703130e" providerId="LiveId" clId="{E7D66A22-47B8-466F-B54C-515BA77C29A9}" dt="2026-02-08T15:41:40.078" v="2394" actId="20577"/>
        <pc:sldMkLst>
          <pc:docMk/>
          <pc:sldMk cId="1099878333" sldId="505"/>
        </pc:sldMkLst>
        <pc:spChg chg="mod">
          <ac:chgData name="TARUN SHARMA" userId="e5afbcfae703130e" providerId="LiveId" clId="{E7D66A22-47B8-466F-B54C-515BA77C29A9}" dt="2026-02-08T15:41:40.078" v="2394" actId="20577"/>
          <ac:spMkLst>
            <pc:docMk/>
            <pc:sldMk cId="1099878333" sldId="505"/>
            <ac:spMk id="3" creationId="{659AC123-1FF4-759B-44D8-95C077A7D7D5}"/>
          </ac:spMkLst>
        </pc:spChg>
        <pc:spChg chg="mod">
          <ac:chgData name="TARUN SHARMA" userId="e5afbcfae703130e" providerId="LiveId" clId="{E7D66A22-47B8-466F-B54C-515BA77C29A9}" dt="2026-02-07T13:28:47.498" v="2100" actId="6549"/>
          <ac:spMkLst>
            <pc:docMk/>
            <pc:sldMk cId="1099878333" sldId="505"/>
            <ac:spMk id="5" creationId="{00000000-0000-0000-0000-000000000000}"/>
          </ac:spMkLst>
        </pc:spChg>
        <pc:picChg chg="mod">
          <ac:chgData name="TARUN SHARMA" userId="e5afbcfae703130e" providerId="LiveId" clId="{E7D66A22-47B8-466F-B54C-515BA77C29A9}" dt="2026-02-07T13:29:19.292" v="2108" actId="1076"/>
          <ac:picMkLst>
            <pc:docMk/>
            <pc:sldMk cId="1099878333" sldId="505"/>
            <ac:picMk id="4" creationId="{00000000-0000-0000-0000-000000000000}"/>
          </ac:picMkLst>
        </pc:picChg>
      </pc:sldChg>
      <pc:sldChg chg="addSp delSp modSp mod">
        <pc:chgData name="TARUN SHARMA" userId="e5afbcfae703130e" providerId="LiveId" clId="{E7D66A22-47B8-466F-B54C-515BA77C29A9}" dt="2026-02-08T15:42:00.069" v="2398" actId="15"/>
        <pc:sldMkLst>
          <pc:docMk/>
          <pc:sldMk cId="256260487" sldId="506"/>
        </pc:sldMkLst>
        <pc:spChg chg="add mod">
          <ac:chgData name="TARUN SHARMA" userId="e5afbcfae703130e" providerId="LiveId" clId="{E7D66A22-47B8-466F-B54C-515BA77C29A9}" dt="2026-02-04T06:15:42.576" v="1381" actId="20577"/>
          <ac:spMkLst>
            <pc:docMk/>
            <pc:sldMk cId="256260487" sldId="506"/>
            <ac:spMk id="3" creationId="{86400D57-B6D3-D174-8919-2469BDBDCB16}"/>
          </ac:spMkLst>
        </pc:spChg>
        <pc:spChg chg="mod">
          <ac:chgData name="TARUN SHARMA" userId="e5afbcfae703130e" providerId="LiveId" clId="{E7D66A22-47B8-466F-B54C-515BA77C29A9}" dt="2026-02-04T06:15:31.087" v="1197" actId="20577"/>
          <ac:spMkLst>
            <pc:docMk/>
            <pc:sldMk cId="256260487" sldId="506"/>
            <ac:spMk id="5" creationId="{00000000-0000-0000-0000-000000000000}"/>
          </ac:spMkLst>
        </pc:spChg>
        <pc:spChg chg="mod">
          <ac:chgData name="TARUN SHARMA" userId="e5afbcfae703130e" providerId="LiveId" clId="{E7D66A22-47B8-466F-B54C-515BA77C29A9}" dt="2026-02-04T06:15:07.414" v="1186" actId="1076"/>
          <ac:spMkLst>
            <pc:docMk/>
            <pc:sldMk cId="256260487" sldId="506"/>
            <ac:spMk id="6" creationId="{AE24D516-77C6-C96A-5F77-D099623448D8}"/>
          </ac:spMkLst>
        </pc:spChg>
        <pc:spChg chg="add mod">
          <ac:chgData name="TARUN SHARMA" userId="e5afbcfae703130e" providerId="LiveId" clId="{E7D66A22-47B8-466F-B54C-515BA77C29A9}" dt="2026-02-08T15:42:00.069" v="2398" actId="15"/>
          <ac:spMkLst>
            <pc:docMk/>
            <pc:sldMk cId="256260487" sldId="506"/>
            <ac:spMk id="10" creationId="{9C227699-881C-69B2-D657-CFB5CE906CAD}"/>
          </ac:spMkLst>
        </pc:spChg>
      </pc:sldChg>
      <pc:sldChg chg="addSp delSp modSp mod">
        <pc:chgData name="TARUN SHARMA" userId="e5afbcfae703130e" providerId="LiveId" clId="{E7D66A22-47B8-466F-B54C-515BA77C29A9}" dt="2026-02-04T06:28:33.614" v="1486"/>
        <pc:sldMkLst>
          <pc:docMk/>
          <pc:sldMk cId="3449508277" sldId="507"/>
        </pc:sldMkLst>
        <pc:graphicFrameChg chg="add mod modGraphic">
          <ac:chgData name="TARUN SHARMA" userId="e5afbcfae703130e" providerId="LiveId" clId="{E7D66A22-47B8-466F-B54C-515BA77C29A9}" dt="2026-02-04T06:27:57.471" v="1484" actId="14100"/>
          <ac:graphicFrameMkLst>
            <pc:docMk/>
            <pc:sldMk cId="3449508277" sldId="507"/>
            <ac:graphicFrameMk id="2" creationId="{B059FFD9-79BF-4FA6-A7EF-0EDE12F00283}"/>
          </ac:graphicFrameMkLst>
        </pc:graphicFrameChg>
      </pc:sldChg>
      <pc:sldChg chg="new del">
        <pc:chgData name="TARUN SHARMA" userId="e5afbcfae703130e" providerId="LiveId" clId="{E7D66A22-47B8-466F-B54C-515BA77C29A9}" dt="2026-02-07T12:09:38.611" v="1668" actId="2696"/>
        <pc:sldMkLst>
          <pc:docMk/>
          <pc:sldMk cId="1012383382" sldId="5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First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516815"/>
              </p:ext>
            </p:extLst>
          </p:nvPr>
        </p:nvGraphicFramePr>
        <p:xfrm>
          <a:off x="1696134" y="3086003"/>
          <a:ext cx="6096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657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65706">
                <a:tc>
                  <a:txBody>
                    <a:bodyPr/>
                    <a:lstStyle/>
                    <a:p>
                      <a:r>
                        <a:rPr lang="en-US" dirty="0"/>
                        <a:t>2501010034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TARUN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65706">
                <a:tc>
                  <a:txBody>
                    <a:bodyPr/>
                    <a:lstStyle/>
                    <a:p>
                      <a:r>
                        <a:rPr lang="en-US" dirty="0"/>
                        <a:t>2501010116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JATIN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65706">
                <a:tc>
                  <a:txBody>
                    <a:bodyPr/>
                    <a:lstStyle/>
                    <a:p>
                      <a:r>
                        <a:rPr lang="en-US" dirty="0"/>
                        <a:t>2501010106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65706">
                <a:tc>
                  <a:txBody>
                    <a:bodyPr/>
                    <a:lstStyle/>
                    <a:p>
                      <a:r>
                        <a:rPr lang="en-US" dirty="0"/>
                        <a:t>2501010109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HIMANSHU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  <a:tr h="365706">
                <a:tc>
                  <a:txBody>
                    <a:bodyPr/>
                    <a:lstStyle/>
                    <a:p>
                      <a:r>
                        <a:rPr lang="en-US"/>
                        <a:t>2501010061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APOORV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819983"/>
                  </a:ext>
                </a:extLst>
              </a:tr>
              <a:tr h="365706">
                <a:tc>
                  <a:txBody>
                    <a:bodyPr/>
                    <a:lstStyle/>
                    <a:p>
                      <a:r>
                        <a:rPr lang="en-US" dirty="0"/>
                        <a:t>2501010107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SAMEER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6433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299287" y="1212054"/>
            <a:ext cx="46592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Project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568952" cy="4221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/>
              <a:t>With the rapid growth of online movie platforms, a large amount of movie-related data is generated in the form of user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  <a:r>
              <a:rPr lang="en-US" sz="2800" dirty="0"/>
              <a:t> and movie metadata. However, raw datasets are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</a:t>
            </a:r>
            <a:r>
              <a:rPr lang="en-US" sz="2800" dirty="0"/>
              <a:t> unstructured and difficult to interpret.</a:t>
            </a:r>
            <a:br>
              <a:rPr lang="en-US" sz="2800" dirty="0"/>
            </a:br>
            <a:r>
              <a:rPr lang="en-US" sz="2800" dirty="0"/>
              <a:t>This project focuses on cleaning, analyzing, and visualizing movie rating data to understand rating distributions, genre popularity, and year-wise trends using Python-based data analysis techniques.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4016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251520" y="1268760"/>
            <a:ext cx="8784976" cy="268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To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movie and rating datasets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distribution of movie ratings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popular movie genres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year-wise </a:t>
            </a:r>
            <a:r>
              <a:rPr lang="en-US" sz="2800" dirty="0"/>
              <a:t>trends in movie releases and ratings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To visualize insights using graphs and charts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-993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2CBE36-9205-6B37-51BE-4190A818A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471717"/>
            <a:ext cx="479490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and preprocessing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 distribution analysis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Genre-wise popularity analysis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Year-wise trend visualization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interpretable graphical outputs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use of Machine Learning algorithms</a:t>
            </a: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3083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72008" y="1072496"/>
            <a:ext cx="8136904" cy="487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dirty="0"/>
              <a:t>Use Cases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Understanding audience rating behavior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Identifying popular movie genres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Analyzing trends in the movie industry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800" b="1" dirty="0"/>
              <a:t>Scope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Focused on exploratory data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Limited to descriptive analysis and visualization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Can be extended to recommendation systems in the future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806" y="-137414"/>
            <a:ext cx="9398854" cy="7780900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7768" y="110428"/>
            <a:ext cx="4392488" cy="10772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cs typeface="Times New Roman" panose="02020603050405020304" pitchFamily="18" charset="0"/>
                <a:sym typeface="Arial"/>
              </a:rPr>
              <a:t>PROTOTYPE</a:t>
            </a:r>
            <a:r>
              <a:rPr lang="en-US" sz="3200" b="1" dirty="0">
                <a:cs typeface="Times New Roman" panose="02020603050405020304" pitchFamily="18" charset="0"/>
                <a:sym typeface="Arial"/>
              </a:rPr>
              <a:t>/PROJECT</a:t>
            </a:r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</a:t>
            </a:r>
            <a:r>
              <a:rPr lang="en-US" sz="3200" b="1" dirty="0">
                <a:cs typeface="Times New Roman" panose="02020603050405020304" pitchFamily="18" charset="0"/>
                <a:sym typeface="Arial"/>
              </a:rPr>
              <a:t>FLOW DIAGRAM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528" y="6574226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7A919E-7DB1-E6B8-D950-8901A88C816D}"/>
              </a:ext>
            </a:extLst>
          </p:cNvPr>
          <p:cNvSpPr txBox="1"/>
          <p:nvPr/>
        </p:nvSpPr>
        <p:spPr>
          <a:xfrm>
            <a:off x="251520" y="1514834"/>
            <a:ext cx="482453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dirty="0"/>
            </a:br>
            <a:r>
              <a:rPr lang="en-IN" sz="2400" dirty="0"/>
              <a:t> Dataset Collection</a:t>
            </a:r>
            <a:br>
              <a:rPr lang="en-IN" dirty="0"/>
            </a:br>
            <a:endParaRPr lang="en-US" sz="24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2148E8-C42D-284D-2890-71ADB742F899}"/>
              </a:ext>
            </a:extLst>
          </p:cNvPr>
          <p:cNvCxnSpPr>
            <a:cxnSpLocks/>
          </p:cNvCxnSpPr>
          <p:nvPr/>
        </p:nvCxnSpPr>
        <p:spPr>
          <a:xfrm flipH="1">
            <a:off x="251520" y="1666628"/>
            <a:ext cx="2592288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D0B56A-04A9-FA6E-8161-2F1BD94E8044}"/>
              </a:ext>
            </a:extLst>
          </p:cNvPr>
          <p:cNvCxnSpPr>
            <a:cxnSpLocks/>
          </p:cNvCxnSpPr>
          <p:nvPr/>
        </p:nvCxnSpPr>
        <p:spPr>
          <a:xfrm>
            <a:off x="247007" y="1666628"/>
            <a:ext cx="0" cy="6822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8E88261-FB88-9942-2843-1F03AA015321}"/>
              </a:ext>
            </a:extLst>
          </p:cNvPr>
          <p:cNvCxnSpPr/>
          <p:nvPr/>
        </p:nvCxnSpPr>
        <p:spPr>
          <a:xfrm>
            <a:off x="-900608" y="2348880"/>
            <a:ext cx="0" cy="36004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AD3A87-E7FD-8242-0D1D-40426C82D2B6}"/>
              </a:ext>
            </a:extLst>
          </p:cNvPr>
          <p:cNvCxnSpPr>
            <a:cxnSpLocks/>
          </p:cNvCxnSpPr>
          <p:nvPr/>
        </p:nvCxnSpPr>
        <p:spPr>
          <a:xfrm>
            <a:off x="1529383" y="2453624"/>
            <a:ext cx="0" cy="57081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E9C1EB-CA21-746D-11A3-0E2BFD762AFD}"/>
              </a:ext>
            </a:extLst>
          </p:cNvPr>
          <p:cNvCxnSpPr/>
          <p:nvPr/>
        </p:nvCxnSpPr>
        <p:spPr>
          <a:xfrm>
            <a:off x="1562782" y="3933056"/>
            <a:ext cx="0" cy="57606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E25761-61FA-B4AA-B4DD-C1F6F201FB9B}"/>
              </a:ext>
            </a:extLst>
          </p:cNvPr>
          <p:cNvCxnSpPr>
            <a:cxnSpLocks/>
          </p:cNvCxnSpPr>
          <p:nvPr/>
        </p:nvCxnSpPr>
        <p:spPr>
          <a:xfrm flipV="1">
            <a:off x="5450266" y="3933056"/>
            <a:ext cx="0" cy="57606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86436F1-1462-C54B-132E-5233C62AB879}"/>
              </a:ext>
            </a:extLst>
          </p:cNvPr>
          <p:cNvCxnSpPr>
            <a:cxnSpLocks/>
          </p:cNvCxnSpPr>
          <p:nvPr/>
        </p:nvCxnSpPr>
        <p:spPr>
          <a:xfrm flipV="1">
            <a:off x="5434940" y="2425265"/>
            <a:ext cx="0" cy="59917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30A254-D777-F98D-ED11-6E5E2C1CBBFA}"/>
              </a:ext>
            </a:extLst>
          </p:cNvPr>
          <p:cNvCxnSpPr>
            <a:cxnSpLocks/>
          </p:cNvCxnSpPr>
          <p:nvPr/>
        </p:nvCxnSpPr>
        <p:spPr>
          <a:xfrm>
            <a:off x="3203848" y="4973553"/>
            <a:ext cx="792088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811831C-C4CD-20E3-FD77-9F1EF8736EBD}"/>
              </a:ext>
            </a:extLst>
          </p:cNvPr>
          <p:cNvCxnSpPr/>
          <p:nvPr/>
        </p:nvCxnSpPr>
        <p:spPr>
          <a:xfrm>
            <a:off x="2843808" y="1666628"/>
            <a:ext cx="0" cy="6822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2898E09-C455-8B2C-9B43-1250CB8A66D9}"/>
              </a:ext>
            </a:extLst>
          </p:cNvPr>
          <p:cNvCxnSpPr>
            <a:cxnSpLocks/>
          </p:cNvCxnSpPr>
          <p:nvPr/>
        </p:nvCxnSpPr>
        <p:spPr>
          <a:xfrm>
            <a:off x="247007" y="2348880"/>
            <a:ext cx="259680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507D7C2-C993-E3D1-AFFA-AFB2D97299C0}"/>
              </a:ext>
            </a:extLst>
          </p:cNvPr>
          <p:cNvCxnSpPr>
            <a:cxnSpLocks/>
          </p:cNvCxnSpPr>
          <p:nvPr/>
        </p:nvCxnSpPr>
        <p:spPr>
          <a:xfrm flipH="1">
            <a:off x="242383" y="3068960"/>
            <a:ext cx="4624" cy="7549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BB2762A-9AA6-7883-3C12-EDDE584D8B1E}"/>
              </a:ext>
            </a:extLst>
          </p:cNvPr>
          <p:cNvCxnSpPr>
            <a:cxnSpLocks/>
          </p:cNvCxnSpPr>
          <p:nvPr/>
        </p:nvCxnSpPr>
        <p:spPr>
          <a:xfrm>
            <a:off x="251520" y="3068960"/>
            <a:ext cx="2649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EE2444D-207B-2560-6DB5-2AC3A73A63E9}"/>
              </a:ext>
            </a:extLst>
          </p:cNvPr>
          <p:cNvCxnSpPr/>
          <p:nvPr/>
        </p:nvCxnSpPr>
        <p:spPr>
          <a:xfrm>
            <a:off x="2899246" y="3087292"/>
            <a:ext cx="0" cy="7549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C11B468-DA26-CD8E-0384-53CA9A19134F}"/>
              </a:ext>
            </a:extLst>
          </p:cNvPr>
          <p:cNvCxnSpPr>
            <a:cxnSpLocks/>
          </p:cNvCxnSpPr>
          <p:nvPr/>
        </p:nvCxnSpPr>
        <p:spPr>
          <a:xfrm flipV="1">
            <a:off x="254399" y="3833795"/>
            <a:ext cx="2673433" cy="9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FA35691-7CA7-3295-A46E-1D2E4D820A8C}"/>
              </a:ext>
            </a:extLst>
          </p:cNvPr>
          <p:cNvSpPr txBox="1"/>
          <p:nvPr/>
        </p:nvSpPr>
        <p:spPr>
          <a:xfrm>
            <a:off x="266416" y="3215613"/>
            <a:ext cx="26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Data cleaning </a:t>
            </a:r>
            <a:endParaRPr lang="en-IN" sz="24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FD343ED-13CD-7BEE-B4E3-BDF69BC8A872}"/>
              </a:ext>
            </a:extLst>
          </p:cNvPr>
          <p:cNvSpPr/>
          <p:nvPr/>
        </p:nvSpPr>
        <p:spPr>
          <a:xfrm>
            <a:off x="-1188640" y="4042059"/>
            <a:ext cx="129120" cy="700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D6BE4BB-C647-1A83-B603-FC825670B472}"/>
              </a:ext>
            </a:extLst>
          </p:cNvPr>
          <p:cNvSpPr/>
          <p:nvPr/>
        </p:nvSpPr>
        <p:spPr>
          <a:xfrm flipH="1" flipV="1">
            <a:off x="2663788" y="5365978"/>
            <a:ext cx="6400710" cy="26549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sasahhsahasohaxsuubsjbzbhjbauhikhhnzhikakHsichwklhcaihcajhajcbalkchajcbajkcbakjbcjajbcjajbhcjbwg8qwguwvuvbhjsbhjabAWJKCWAISCJKJbasjkbscjkbaJKBCWqcWGHPICWQH</a:t>
            </a:r>
            <a:endParaRPr lang="en-IN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F5EB214-620D-75B0-E796-189B4AAFBE2E}"/>
              </a:ext>
            </a:extLst>
          </p:cNvPr>
          <p:cNvCxnSpPr>
            <a:cxnSpLocks/>
          </p:cNvCxnSpPr>
          <p:nvPr/>
        </p:nvCxnSpPr>
        <p:spPr>
          <a:xfrm>
            <a:off x="266416" y="4588194"/>
            <a:ext cx="27214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7B62897-9B1D-4222-B51A-DEB5E7FD36B3}"/>
              </a:ext>
            </a:extLst>
          </p:cNvPr>
          <p:cNvCxnSpPr>
            <a:cxnSpLocks/>
          </p:cNvCxnSpPr>
          <p:nvPr/>
        </p:nvCxnSpPr>
        <p:spPr>
          <a:xfrm>
            <a:off x="266416" y="5365978"/>
            <a:ext cx="272140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361583E-D87C-34EE-DA12-3408C97AC1B8}"/>
              </a:ext>
            </a:extLst>
          </p:cNvPr>
          <p:cNvCxnSpPr>
            <a:cxnSpLocks/>
          </p:cNvCxnSpPr>
          <p:nvPr/>
        </p:nvCxnSpPr>
        <p:spPr>
          <a:xfrm flipH="1">
            <a:off x="266416" y="4588194"/>
            <a:ext cx="4624" cy="7549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53983F9-55AC-9F08-21F6-3A0322DD3276}"/>
              </a:ext>
            </a:extLst>
          </p:cNvPr>
          <p:cNvCxnSpPr/>
          <p:nvPr/>
        </p:nvCxnSpPr>
        <p:spPr>
          <a:xfrm>
            <a:off x="2987824" y="4588194"/>
            <a:ext cx="0" cy="7549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BAD94D8-E2AA-84F1-8154-26A22E135BD1}"/>
              </a:ext>
            </a:extLst>
          </p:cNvPr>
          <p:cNvSpPr txBox="1"/>
          <p:nvPr/>
        </p:nvSpPr>
        <p:spPr>
          <a:xfrm>
            <a:off x="611560" y="4742721"/>
            <a:ext cx="2428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 merging</a:t>
            </a:r>
            <a:endParaRPr lang="en-IN" sz="2400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9CB7A70-11DE-7755-6494-728963210DD3}"/>
              </a:ext>
            </a:extLst>
          </p:cNvPr>
          <p:cNvCxnSpPr>
            <a:cxnSpLocks/>
          </p:cNvCxnSpPr>
          <p:nvPr/>
        </p:nvCxnSpPr>
        <p:spPr>
          <a:xfrm>
            <a:off x="4283968" y="4588194"/>
            <a:ext cx="23042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136B325-E3CA-0C26-4C67-653FE06BB9F4}"/>
              </a:ext>
            </a:extLst>
          </p:cNvPr>
          <p:cNvCxnSpPr/>
          <p:nvPr/>
        </p:nvCxnSpPr>
        <p:spPr>
          <a:xfrm>
            <a:off x="6588224" y="4585809"/>
            <a:ext cx="0" cy="7549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38A8604-B3A2-4B85-6A63-FED2AA6EA2A8}"/>
              </a:ext>
            </a:extLst>
          </p:cNvPr>
          <p:cNvCxnSpPr>
            <a:cxnSpLocks/>
          </p:cNvCxnSpPr>
          <p:nvPr/>
        </p:nvCxnSpPr>
        <p:spPr>
          <a:xfrm flipH="1">
            <a:off x="4279344" y="4585809"/>
            <a:ext cx="4624" cy="7549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5ABF87A-1513-7B3B-0C75-E648F33BC8BA}"/>
              </a:ext>
            </a:extLst>
          </p:cNvPr>
          <p:cNvCxnSpPr>
            <a:cxnSpLocks/>
          </p:cNvCxnSpPr>
          <p:nvPr/>
        </p:nvCxnSpPr>
        <p:spPr>
          <a:xfrm>
            <a:off x="4279344" y="5321340"/>
            <a:ext cx="2311192" cy="223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3B762CA-60B9-D843-87D5-3722A3785A54}"/>
              </a:ext>
            </a:extLst>
          </p:cNvPr>
          <p:cNvSpPr txBox="1"/>
          <p:nvPr/>
        </p:nvSpPr>
        <p:spPr>
          <a:xfrm>
            <a:off x="4515426" y="4733449"/>
            <a:ext cx="237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 analysis</a:t>
            </a:r>
            <a:endParaRPr lang="en-IN" sz="2400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71BABA6-A47F-EC4B-853B-960F4BB8C945}"/>
              </a:ext>
            </a:extLst>
          </p:cNvPr>
          <p:cNvCxnSpPr>
            <a:cxnSpLocks/>
          </p:cNvCxnSpPr>
          <p:nvPr/>
        </p:nvCxnSpPr>
        <p:spPr>
          <a:xfrm>
            <a:off x="4220359" y="3818333"/>
            <a:ext cx="2649400" cy="154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818E0F4-677B-25A0-3B83-13C74DD3FCA8}"/>
              </a:ext>
            </a:extLst>
          </p:cNvPr>
          <p:cNvCxnSpPr>
            <a:cxnSpLocks/>
          </p:cNvCxnSpPr>
          <p:nvPr/>
        </p:nvCxnSpPr>
        <p:spPr>
          <a:xfrm>
            <a:off x="4220359" y="3087292"/>
            <a:ext cx="2649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EC50C36-02B9-F5E4-3238-1275A61F699B}"/>
              </a:ext>
            </a:extLst>
          </p:cNvPr>
          <p:cNvCxnSpPr/>
          <p:nvPr/>
        </p:nvCxnSpPr>
        <p:spPr>
          <a:xfrm>
            <a:off x="6869759" y="3087292"/>
            <a:ext cx="0" cy="7549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13CA384-3141-3DAE-7978-EF42095E762A}"/>
              </a:ext>
            </a:extLst>
          </p:cNvPr>
          <p:cNvCxnSpPr>
            <a:cxnSpLocks/>
          </p:cNvCxnSpPr>
          <p:nvPr/>
        </p:nvCxnSpPr>
        <p:spPr>
          <a:xfrm flipH="1">
            <a:off x="4199894" y="3086706"/>
            <a:ext cx="8449" cy="7470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73851E8-3268-BC67-0C96-5752924427AD}"/>
              </a:ext>
            </a:extLst>
          </p:cNvPr>
          <p:cNvSpPr txBox="1"/>
          <p:nvPr/>
        </p:nvSpPr>
        <p:spPr>
          <a:xfrm>
            <a:off x="4440545" y="1847482"/>
            <a:ext cx="2123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 interpretation</a:t>
            </a:r>
            <a:endParaRPr lang="en-IN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A0E568-A61B-21E3-FFDC-A260CB62C146}"/>
              </a:ext>
            </a:extLst>
          </p:cNvPr>
          <p:cNvSpPr txBox="1"/>
          <p:nvPr/>
        </p:nvSpPr>
        <p:spPr>
          <a:xfrm>
            <a:off x="4372829" y="3303449"/>
            <a:ext cx="235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Visualisation</a:t>
            </a:r>
            <a:r>
              <a:rPr lang="en-US" dirty="0"/>
              <a:t> of trends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1E9127-DC82-90D0-1C8D-7F91D21A4E85}"/>
              </a:ext>
            </a:extLst>
          </p:cNvPr>
          <p:cNvCxnSpPr/>
          <p:nvPr/>
        </p:nvCxnSpPr>
        <p:spPr>
          <a:xfrm>
            <a:off x="6792182" y="1666628"/>
            <a:ext cx="0" cy="6822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6473A7-DCD0-6231-AADC-AD774C609666}"/>
              </a:ext>
            </a:extLst>
          </p:cNvPr>
          <p:cNvCxnSpPr>
            <a:cxnSpLocks/>
          </p:cNvCxnSpPr>
          <p:nvPr/>
        </p:nvCxnSpPr>
        <p:spPr>
          <a:xfrm flipH="1">
            <a:off x="4199894" y="1666628"/>
            <a:ext cx="2592288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4BAF9E-5902-8780-DD96-4A9125957D2D}"/>
              </a:ext>
            </a:extLst>
          </p:cNvPr>
          <p:cNvCxnSpPr>
            <a:cxnSpLocks/>
          </p:cNvCxnSpPr>
          <p:nvPr/>
        </p:nvCxnSpPr>
        <p:spPr>
          <a:xfrm>
            <a:off x="4186669" y="1666628"/>
            <a:ext cx="0" cy="6822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B7BDCA5-B142-ED1A-8CBD-3EAAB06A69F5}"/>
              </a:ext>
            </a:extLst>
          </p:cNvPr>
          <p:cNvCxnSpPr>
            <a:cxnSpLocks/>
          </p:cNvCxnSpPr>
          <p:nvPr/>
        </p:nvCxnSpPr>
        <p:spPr>
          <a:xfrm>
            <a:off x="4204076" y="2336299"/>
            <a:ext cx="259680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-3083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DATA &amp; RESOURCES</a:t>
            </a:r>
          </a:p>
          <a:p>
            <a:pPr lvl="0">
              <a:buSzPct val="25000"/>
            </a:pPr>
            <a:endParaRPr lang="en-US" sz="3200" b="1" kern="100" dirty="0">
              <a:latin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EDB37D-E52C-1160-B6B9-9603F6D25191}"/>
              </a:ext>
            </a:extLst>
          </p:cNvPr>
          <p:cNvSpPr txBox="1"/>
          <p:nvPr/>
        </p:nvSpPr>
        <p:spPr>
          <a:xfrm>
            <a:off x="0" y="1433857"/>
            <a:ext cx="896686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Data Sources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MovieLens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IMDb Movie Dataset (Kaggle)</a:t>
            </a:r>
          </a:p>
          <a:p>
            <a:endParaRPr lang="en-IN" sz="3200" dirty="0"/>
          </a:p>
          <a:p>
            <a:r>
              <a:rPr lang="en-IN" sz="3200" b="1" dirty="0"/>
              <a:t>Resources Used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datasets containing movie details and ratings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for data analysis and visualization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AC123-1FF4-759B-44D8-95C077A7D7D5}"/>
              </a:ext>
            </a:extLst>
          </p:cNvPr>
          <p:cNvSpPr txBox="1"/>
          <p:nvPr/>
        </p:nvSpPr>
        <p:spPr>
          <a:xfrm>
            <a:off x="213724" y="1306624"/>
            <a:ext cx="8606747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latin typeface="Söhne"/>
              </a:rPr>
              <a:t>METHODOLOGY</a:t>
            </a:r>
            <a:r>
              <a:rPr lang="en-US" sz="3200" dirty="0">
                <a:solidFill>
                  <a:srgbClr val="374151"/>
                </a:solidFill>
                <a:latin typeface="Söhne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Collection of movie and rating datasets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Handling missing and inconsistent data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Merging datasets for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Exploratory analysis of ratings and genres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Visualization using charts and graphs</a:t>
            </a:r>
          </a:p>
          <a:p>
            <a:r>
              <a:rPr lang="en-IN" sz="3200" b="1" dirty="0"/>
              <a:t>Tools &amp; Technologies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Python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Pandas, NumPy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Matplotlib, Seaborn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pPr algn="l"/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</a:t>
            </a: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66351" y="1729581"/>
            <a:ext cx="878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400D57-B6D3-D174-8919-2469BDBDC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7"/>
            <a:ext cx="39068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structured movie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C227699-881C-69B2-D657-CFB5CE906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01" y="1548946"/>
            <a:ext cx="860684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and structured movie dataset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visual representation of rating distributions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popular genres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of year-wise movie trends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a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nalytical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data visualization skills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59FFD9-79BF-4FA6-A7EF-0EDE12F00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543699"/>
              </p:ext>
            </p:extLst>
          </p:nvPr>
        </p:nvGraphicFramePr>
        <p:xfrm>
          <a:off x="457200" y="1484784"/>
          <a:ext cx="8229600" cy="34756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0695275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5423554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8810684"/>
                    </a:ext>
                  </a:extLst>
                </a:gridCol>
              </a:tblGrid>
              <a:tr h="579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860253"/>
                  </a:ext>
                </a:extLst>
              </a:tr>
              <a:tr h="579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825255"/>
                  </a:ext>
                </a:extLst>
              </a:tr>
              <a:tr h="579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Cleaning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815468"/>
                  </a:ext>
                </a:extLst>
              </a:tr>
              <a:tr h="579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343476"/>
                  </a:ext>
                </a:extLst>
              </a:tr>
              <a:tr h="579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780562"/>
                  </a:ext>
                </a:extLst>
              </a:tr>
              <a:tr h="579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Report &amp; PPT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Week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13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6238</TotalTime>
  <Words>444</Words>
  <Application>Microsoft Office PowerPoint</Application>
  <PresentationFormat>On-screen Show (4:3)</PresentationFormat>
  <Paragraphs>123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</vt:lpstr>
      <vt:lpstr>Garamond</vt:lpstr>
      <vt:lpstr>Söhne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TARUN SHARMA</cp:lastModifiedBy>
  <cp:revision>309</cp:revision>
  <cp:lastPrinted>2022-09-05T08:43:44Z</cp:lastPrinted>
  <dcterms:created xsi:type="dcterms:W3CDTF">2020-01-16T09:05:56Z</dcterms:created>
  <dcterms:modified xsi:type="dcterms:W3CDTF">2026-02-08T15:43:43Z</dcterms:modified>
</cp:coreProperties>
</file>